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2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9240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776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4889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4288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863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6925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62185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1275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9801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402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5878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5946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661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0594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685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198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E5D01-44FA-40AF-8633-6FC63E8CF416}" type="datetimeFigureOut">
              <a:rPr lang="en-BE" smtClean="0"/>
              <a:t>18/03/2026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A2A2B3-125E-4B64-AE22-4736C1C3179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8078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s/Global-Technology-Applications/packages?repo_name=Cegeka.Bricks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sperdon/Bricks-Worksho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6C4A-47C8-6F39-2A2E-B4797272C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Don’t Reinvent the Brick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2BD2D-2E62-6FEA-E63D-56F4D4CFAA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Reusable Libraries in .NET</a:t>
            </a:r>
            <a:endParaRPr lang="en-BE" dirty="0"/>
          </a:p>
        </p:txBody>
      </p:sp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4677A0E6-6450-0AEE-CE87-88934CA80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33554" y="3276600"/>
            <a:ext cx="1748672" cy="174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6C685D4-9C4E-553F-3296-441ECBB5C9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D922B-0D97-3291-F35D-8878AFCE9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5" y="4355633"/>
            <a:ext cx="1400175" cy="21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4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4F1FFA-2FC0-7577-C246-94B0F4603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10" y="1382889"/>
            <a:ext cx="3050165" cy="4306711"/>
          </a:xfrm>
          <a:prstGeom prst="rect">
            <a:avLst/>
          </a:prstGeom>
        </p:spPr>
      </p:pic>
      <p:sp>
        <p:nvSpPr>
          <p:cNvPr id="10" name="Dodecagon 9">
            <a:extLst>
              <a:ext uri="{FF2B5EF4-FFF2-40B4-BE49-F238E27FC236}">
                <a16:creationId xmlns:a16="http://schemas.microsoft.com/office/drawing/2014/main" id="{C7D3DD32-FA04-A2C2-ACA8-EB013CBA1393}"/>
              </a:ext>
            </a:extLst>
          </p:cNvPr>
          <p:cNvSpPr/>
          <p:nvPr/>
        </p:nvSpPr>
        <p:spPr>
          <a:xfrm>
            <a:off x="5066929" y="3215862"/>
            <a:ext cx="1079168" cy="10747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FBZ</a:t>
            </a:r>
          </a:p>
          <a:p>
            <a:pPr algn="ctr"/>
            <a:r>
              <a:rPr lang="en-US" dirty="0"/>
              <a:t>?</a:t>
            </a:r>
            <a:endParaRPr lang="en-BE" dirty="0"/>
          </a:p>
        </p:txBody>
      </p:sp>
      <p:sp>
        <p:nvSpPr>
          <p:cNvPr id="11" name="Dodecagon 10">
            <a:extLst>
              <a:ext uri="{FF2B5EF4-FFF2-40B4-BE49-F238E27FC236}">
                <a16:creationId xmlns:a16="http://schemas.microsoft.com/office/drawing/2014/main" id="{3008E3E8-3D57-EBFB-3B85-B1B3DE72F6A8}"/>
              </a:ext>
            </a:extLst>
          </p:cNvPr>
          <p:cNvSpPr/>
          <p:nvPr/>
        </p:nvSpPr>
        <p:spPr>
          <a:xfrm>
            <a:off x="6026968" y="1855304"/>
            <a:ext cx="1397562" cy="1239077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FBZ</a:t>
            </a:r>
          </a:p>
          <a:p>
            <a:pPr algn="ctr"/>
            <a:r>
              <a:rPr lang="en-US" sz="2400" dirty="0"/>
              <a:t>Core?</a:t>
            </a:r>
            <a:endParaRPr lang="en-BE" sz="2400" dirty="0"/>
          </a:p>
        </p:txBody>
      </p:sp>
      <p:sp>
        <p:nvSpPr>
          <p:cNvPr id="12" name="Dodecagon 11">
            <a:extLst>
              <a:ext uri="{FF2B5EF4-FFF2-40B4-BE49-F238E27FC236}">
                <a16:creationId xmlns:a16="http://schemas.microsoft.com/office/drawing/2014/main" id="{20B5A7C9-9176-C6DE-FDDD-FB8E89C952EA}"/>
              </a:ext>
            </a:extLst>
          </p:cNvPr>
          <p:cNvSpPr/>
          <p:nvPr/>
        </p:nvSpPr>
        <p:spPr>
          <a:xfrm>
            <a:off x="7424530" y="706230"/>
            <a:ext cx="1691243" cy="162228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Bricks</a:t>
            </a:r>
          </a:p>
          <a:p>
            <a:pPr algn="ctr"/>
            <a:r>
              <a:rPr lang="en-US" sz="2800" dirty="0"/>
              <a:t>?</a:t>
            </a:r>
            <a:endParaRPr lang="en-BE" sz="2800" dirty="0"/>
          </a:p>
        </p:txBody>
      </p:sp>
      <p:sp>
        <p:nvSpPr>
          <p:cNvPr id="13" name="Dodecagon 12">
            <a:extLst>
              <a:ext uri="{FF2B5EF4-FFF2-40B4-BE49-F238E27FC236}">
                <a16:creationId xmlns:a16="http://schemas.microsoft.com/office/drawing/2014/main" id="{182DE05A-A2A4-AEFC-8FB5-C63DBCEC4B39}"/>
              </a:ext>
            </a:extLst>
          </p:cNvPr>
          <p:cNvSpPr/>
          <p:nvPr/>
        </p:nvSpPr>
        <p:spPr>
          <a:xfrm>
            <a:off x="9775270" y="431801"/>
            <a:ext cx="1968520" cy="701261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CBSS</a:t>
            </a:r>
          </a:p>
          <a:p>
            <a:pPr algn="ctr"/>
            <a:r>
              <a:rPr lang="en-US" dirty="0"/>
              <a:t>Persons</a:t>
            </a:r>
            <a:endParaRPr lang="en-BE" dirty="0"/>
          </a:p>
        </p:txBody>
      </p:sp>
      <p:sp>
        <p:nvSpPr>
          <p:cNvPr id="14" name="Dodecagon 13">
            <a:extLst>
              <a:ext uri="{FF2B5EF4-FFF2-40B4-BE49-F238E27FC236}">
                <a16:creationId xmlns:a16="http://schemas.microsoft.com/office/drawing/2014/main" id="{559F21BF-5815-660F-E84A-1A8B08E00933}"/>
              </a:ext>
            </a:extLst>
          </p:cNvPr>
          <p:cNvSpPr/>
          <p:nvPr/>
        </p:nvSpPr>
        <p:spPr>
          <a:xfrm>
            <a:off x="9775270" y="1453322"/>
            <a:ext cx="1968520" cy="701261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CBSS</a:t>
            </a:r>
          </a:p>
          <a:p>
            <a:pPr algn="ctr"/>
            <a:r>
              <a:rPr lang="en-US" dirty="0"/>
              <a:t>Companies</a:t>
            </a:r>
            <a:endParaRPr lang="en-BE" dirty="0"/>
          </a:p>
        </p:txBody>
      </p:sp>
      <p:sp>
        <p:nvSpPr>
          <p:cNvPr id="15" name="Dodecagon 14">
            <a:extLst>
              <a:ext uri="{FF2B5EF4-FFF2-40B4-BE49-F238E27FC236}">
                <a16:creationId xmlns:a16="http://schemas.microsoft.com/office/drawing/2014/main" id="{C087F2B5-CFA9-6411-12C8-A65F8FD44C90}"/>
              </a:ext>
            </a:extLst>
          </p:cNvPr>
          <p:cNvSpPr/>
          <p:nvPr/>
        </p:nvSpPr>
        <p:spPr>
          <a:xfrm>
            <a:off x="9775270" y="2474843"/>
            <a:ext cx="1968520" cy="701261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CBSS</a:t>
            </a:r>
          </a:p>
          <a:p>
            <a:pPr algn="ctr"/>
            <a:r>
              <a:rPr lang="en-US" dirty="0" err="1"/>
              <a:t>Dmfa</a:t>
            </a:r>
            <a:endParaRPr lang="en-BE" dirty="0"/>
          </a:p>
        </p:txBody>
      </p:sp>
      <p:sp>
        <p:nvSpPr>
          <p:cNvPr id="16" name="Dodecagon 15">
            <a:extLst>
              <a:ext uri="{FF2B5EF4-FFF2-40B4-BE49-F238E27FC236}">
                <a16:creationId xmlns:a16="http://schemas.microsoft.com/office/drawing/2014/main" id="{2C4404B3-F22F-8DD8-C45F-05EC0C65D9D8}"/>
              </a:ext>
            </a:extLst>
          </p:cNvPr>
          <p:cNvSpPr/>
          <p:nvPr/>
        </p:nvSpPr>
        <p:spPr>
          <a:xfrm>
            <a:off x="9843251" y="3496364"/>
            <a:ext cx="1968520" cy="701261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CBSS</a:t>
            </a:r>
          </a:p>
          <a:p>
            <a:pPr algn="ctr"/>
            <a:r>
              <a:rPr lang="en-US" dirty="0"/>
              <a:t>…</a:t>
            </a:r>
            <a:endParaRPr lang="en-BE" dirty="0"/>
          </a:p>
        </p:txBody>
      </p:sp>
      <p:sp>
        <p:nvSpPr>
          <p:cNvPr id="17" name="Dodecagon 16">
            <a:extLst>
              <a:ext uri="{FF2B5EF4-FFF2-40B4-BE49-F238E27FC236}">
                <a16:creationId xmlns:a16="http://schemas.microsoft.com/office/drawing/2014/main" id="{335F852C-FD98-6108-A6B8-35ED6416AB25}"/>
              </a:ext>
            </a:extLst>
          </p:cNvPr>
          <p:cNvSpPr/>
          <p:nvPr/>
        </p:nvSpPr>
        <p:spPr>
          <a:xfrm>
            <a:off x="9843251" y="4508496"/>
            <a:ext cx="1968520" cy="701261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Payments</a:t>
            </a:r>
            <a:endParaRPr lang="en-BE" dirty="0"/>
          </a:p>
        </p:txBody>
      </p:sp>
      <p:sp>
        <p:nvSpPr>
          <p:cNvPr id="18" name="Dodecagon 17">
            <a:extLst>
              <a:ext uri="{FF2B5EF4-FFF2-40B4-BE49-F238E27FC236}">
                <a16:creationId xmlns:a16="http://schemas.microsoft.com/office/drawing/2014/main" id="{F0038C93-E2DC-CA17-AD3C-B1B070D33757}"/>
              </a:ext>
            </a:extLst>
          </p:cNvPr>
          <p:cNvSpPr/>
          <p:nvPr/>
        </p:nvSpPr>
        <p:spPr>
          <a:xfrm>
            <a:off x="9843251" y="5520628"/>
            <a:ext cx="1968520" cy="701261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Documents</a:t>
            </a:r>
            <a:endParaRPr lang="en-B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96D6C79-CED5-3657-78DF-6D733728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712" y="3992064"/>
            <a:ext cx="9429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6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AAE9-D4C7-0B52-142C-309117DB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Reusable libraries ~ CBSS Person Brick</a:t>
            </a:r>
            <a:endParaRPr lang="en-BE" dirty="0"/>
          </a:p>
        </p:txBody>
      </p:sp>
      <p:sp>
        <p:nvSpPr>
          <p:cNvPr id="3" name="Dodecagon 2">
            <a:extLst>
              <a:ext uri="{FF2B5EF4-FFF2-40B4-BE49-F238E27FC236}">
                <a16:creationId xmlns:a16="http://schemas.microsoft.com/office/drawing/2014/main" id="{A04EC2E3-7EDE-4DB4-14E4-899650B918BD}"/>
              </a:ext>
            </a:extLst>
          </p:cNvPr>
          <p:cNvSpPr/>
          <p:nvPr/>
        </p:nvSpPr>
        <p:spPr>
          <a:xfrm>
            <a:off x="8929601" y="2814883"/>
            <a:ext cx="2248607" cy="709590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Platform</a:t>
            </a:r>
          </a:p>
          <a:p>
            <a:pPr algn="ctr"/>
            <a:r>
              <a:rPr lang="en-US" dirty="0"/>
              <a:t>independent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A4EDD-8461-D77F-0480-AC8E565139B3}"/>
              </a:ext>
            </a:extLst>
          </p:cNvPr>
          <p:cNvSpPr txBox="1"/>
          <p:nvPr/>
        </p:nvSpPr>
        <p:spPr>
          <a:xfrm>
            <a:off x="1013791" y="1868556"/>
            <a:ext cx="46713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Fetching xml or zip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Correct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Strict sequential in order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Correct processing and interpretation (</a:t>
            </a:r>
            <a:r>
              <a:rPr lang="en-US" u="sng" dirty="0"/>
              <a:t>very</a:t>
            </a:r>
            <a:r>
              <a:rPr lang="en-US" dirty="0"/>
              <a:t> complex)!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interface for get / find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Packages · Global Technology Applications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odecagon 4">
            <a:extLst>
              <a:ext uri="{FF2B5EF4-FFF2-40B4-BE49-F238E27FC236}">
                <a16:creationId xmlns:a16="http://schemas.microsoft.com/office/drawing/2014/main" id="{FC32DE57-97FB-36F9-0504-640EF83BCAD0}"/>
              </a:ext>
            </a:extLst>
          </p:cNvPr>
          <p:cNvSpPr/>
          <p:nvPr/>
        </p:nvSpPr>
        <p:spPr>
          <a:xfrm>
            <a:off x="6184495" y="1645538"/>
            <a:ext cx="2625452" cy="907222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</a:t>
            </a:r>
          </a:p>
          <a:p>
            <a:pPr algn="ctr"/>
            <a:r>
              <a:rPr lang="en-US" dirty="0"/>
              <a:t>implementation</a:t>
            </a:r>
            <a:endParaRPr lang="en-BE" dirty="0"/>
          </a:p>
        </p:txBody>
      </p:sp>
      <p:sp>
        <p:nvSpPr>
          <p:cNvPr id="6" name="Dodecagon 5">
            <a:extLst>
              <a:ext uri="{FF2B5EF4-FFF2-40B4-BE49-F238E27FC236}">
                <a16:creationId xmlns:a16="http://schemas.microsoft.com/office/drawing/2014/main" id="{F5226783-8041-C569-E9F3-623875987F08}"/>
              </a:ext>
            </a:extLst>
          </p:cNvPr>
          <p:cNvSpPr/>
          <p:nvPr/>
        </p:nvSpPr>
        <p:spPr>
          <a:xfrm>
            <a:off x="6096000" y="3078369"/>
            <a:ext cx="2041800" cy="7651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Persistence</a:t>
            </a:r>
          </a:p>
          <a:p>
            <a:pPr algn="ctr"/>
            <a:r>
              <a:rPr lang="en-US" dirty="0"/>
              <a:t>EF vs ?</a:t>
            </a:r>
            <a:endParaRPr lang="en-BE" dirty="0"/>
          </a:p>
        </p:txBody>
      </p:sp>
      <p:sp>
        <p:nvSpPr>
          <p:cNvPr id="7" name="Dodecagon 6">
            <a:extLst>
              <a:ext uri="{FF2B5EF4-FFF2-40B4-BE49-F238E27FC236}">
                <a16:creationId xmlns:a16="http://schemas.microsoft.com/office/drawing/2014/main" id="{BCED6DD9-DF3D-FC31-39B4-3A36587C30D6}"/>
              </a:ext>
            </a:extLst>
          </p:cNvPr>
          <p:cNvSpPr/>
          <p:nvPr/>
        </p:nvSpPr>
        <p:spPr>
          <a:xfrm>
            <a:off x="9426505" y="3987549"/>
            <a:ext cx="2625452" cy="907222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Provide your own</a:t>
            </a:r>
          </a:p>
          <a:p>
            <a:pPr algn="ctr"/>
            <a:r>
              <a:rPr lang="en-US" dirty="0"/>
              <a:t>implementation</a:t>
            </a:r>
            <a:endParaRPr lang="en-BE" dirty="0"/>
          </a:p>
        </p:txBody>
      </p:sp>
      <p:sp>
        <p:nvSpPr>
          <p:cNvPr id="8" name="Dodecagon 7">
            <a:extLst>
              <a:ext uri="{FF2B5EF4-FFF2-40B4-BE49-F238E27FC236}">
                <a16:creationId xmlns:a16="http://schemas.microsoft.com/office/drawing/2014/main" id="{42513A14-4B04-C5A9-E10A-B9825D38571A}"/>
              </a:ext>
            </a:extLst>
          </p:cNvPr>
          <p:cNvSpPr/>
          <p:nvPr/>
        </p:nvSpPr>
        <p:spPr>
          <a:xfrm>
            <a:off x="9078222" y="5524623"/>
            <a:ext cx="2840800" cy="1090615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Support any form of background</a:t>
            </a:r>
          </a:p>
          <a:p>
            <a:pPr algn="ctr"/>
            <a:r>
              <a:rPr lang="en-US" dirty="0"/>
              <a:t>processing</a:t>
            </a:r>
            <a:endParaRPr lang="en-BE" dirty="0"/>
          </a:p>
        </p:txBody>
      </p:sp>
      <p:sp>
        <p:nvSpPr>
          <p:cNvPr id="9" name="Dodecagon 8">
            <a:extLst>
              <a:ext uri="{FF2B5EF4-FFF2-40B4-BE49-F238E27FC236}">
                <a16:creationId xmlns:a16="http://schemas.microsoft.com/office/drawing/2014/main" id="{E489E606-5036-7D2B-8A32-87C3FB013A06}"/>
              </a:ext>
            </a:extLst>
          </p:cNvPr>
          <p:cNvSpPr/>
          <p:nvPr/>
        </p:nvSpPr>
        <p:spPr>
          <a:xfrm>
            <a:off x="9877222" y="1726058"/>
            <a:ext cx="2041800" cy="7651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Fetch from</a:t>
            </a:r>
          </a:p>
          <a:p>
            <a:pPr algn="ctr"/>
            <a:r>
              <a:rPr lang="en-US" dirty="0"/>
              <a:t>anywhere</a:t>
            </a:r>
            <a:endParaRPr lang="en-BE" dirty="0"/>
          </a:p>
        </p:txBody>
      </p:sp>
      <p:sp>
        <p:nvSpPr>
          <p:cNvPr id="10" name="Dodecagon 9">
            <a:extLst>
              <a:ext uri="{FF2B5EF4-FFF2-40B4-BE49-F238E27FC236}">
                <a16:creationId xmlns:a16="http://schemas.microsoft.com/office/drawing/2014/main" id="{35A7726B-1AD4-426A-3978-094CD899A6B2}"/>
              </a:ext>
            </a:extLst>
          </p:cNvPr>
          <p:cNvSpPr/>
          <p:nvPr/>
        </p:nvSpPr>
        <p:spPr>
          <a:xfrm>
            <a:off x="6894688" y="3987549"/>
            <a:ext cx="2041800" cy="7651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Country NIS/ISO</a:t>
            </a:r>
            <a:endParaRPr lang="en-BE" dirty="0"/>
          </a:p>
        </p:txBody>
      </p:sp>
      <p:sp>
        <p:nvSpPr>
          <p:cNvPr id="11" name="Dodecagon 10">
            <a:extLst>
              <a:ext uri="{FF2B5EF4-FFF2-40B4-BE49-F238E27FC236}">
                <a16:creationId xmlns:a16="http://schemas.microsoft.com/office/drawing/2014/main" id="{92EFDE86-776D-154B-D774-95FB200CA984}"/>
              </a:ext>
            </a:extLst>
          </p:cNvPr>
          <p:cNvSpPr/>
          <p:nvPr/>
        </p:nvSpPr>
        <p:spPr>
          <a:xfrm>
            <a:off x="4620612" y="4476205"/>
            <a:ext cx="2041800" cy="7651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AuditLogs</a:t>
            </a:r>
            <a:endParaRPr lang="en-BE" dirty="0"/>
          </a:p>
        </p:txBody>
      </p:sp>
      <p:sp>
        <p:nvSpPr>
          <p:cNvPr id="12" name="Dodecagon 11">
            <a:extLst>
              <a:ext uri="{FF2B5EF4-FFF2-40B4-BE49-F238E27FC236}">
                <a16:creationId xmlns:a16="http://schemas.microsoft.com/office/drawing/2014/main" id="{C618AB66-FFDA-8895-6B12-48307F22A31C}"/>
              </a:ext>
            </a:extLst>
          </p:cNvPr>
          <p:cNvSpPr/>
          <p:nvPr/>
        </p:nvSpPr>
        <p:spPr>
          <a:xfrm>
            <a:off x="5685183" y="5958994"/>
            <a:ext cx="2041800" cy="7651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Notifications</a:t>
            </a:r>
            <a:endParaRPr lang="en-BE" dirty="0"/>
          </a:p>
        </p:txBody>
      </p:sp>
      <p:sp>
        <p:nvSpPr>
          <p:cNvPr id="13" name="Dodecagon 12">
            <a:extLst>
              <a:ext uri="{FF2B5EF4-FFF2-40B4-BE49-F238E27FC236}">
                <a16:creationId xmlns:a16="http://schemas.microsoft.com/office/drawing/2014/main" id="{7B43F79D-5CB0-74AE-05A8-E9C3BF14B215}"/>
              </a:ext>
            </a:extLst>
          </p:cNvPr>
          <p:cNvSpPr/>
          <p:nvPr/>
        </p:nvSpPr>
        <p:spPr>
          <a:xfrm>
            <a:off x="6942036" y="4872031"/>
            <a:ext cx="2625452" cy="967657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Track last fetched and last processed</a:t>
            </a:r>
            <a:endParaRPr lang="en-BE" dirty="0"/>
          </a:p>
        </p:txBody>
      </p:sp>
      <p:sp>
        <p:nvSpPr>
          <p:cNvPr id="14" name="Dodecagon 13">
            <a:extLst>
              <a:ext uri="{FF2B5EF4-FFF2-40B4-BE49-F238E27FC236}">
                <a16:creationId xmlns:a16="http://schemas.microsoft.com/office/drawing/2014/main" id="{0146A735-1D29-CE7C-11A9-D6BDA026075F}"/>
              </a:ext>
            </a:extLst>
          </p:cNvPr>
          <p:cNvSpPr/>
          <p:nvPr/>
        </p:nvSpPr>
        <p:spPr>
          <a:xfrm>
            <a:off x="3203717" y="5576406"/>
            <a:ext cx="2041800" cy="765176"/>
          </a:xfrm>
          <a:prstGeom prst="dodecag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vs Write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04609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B2FB-8C55-1DBD-AA26-F932DCCC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Reusable libraries ~ CBSS Person Brick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607D73-27B7-7C18-8D23-90B76255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0" y="1435253"/>
            <a:ext cx="7811590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8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4736-2A24-7498-EC1E-FCEC6358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Reusable libraries ~ Workshop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9A6C-8067-D2DB-7C7E-A6433AEA5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301" y="4849396"/>
            <a:ext cx="9220200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>
                <a:hlinkClick r:id="rId2"/>
              </a:rPr>
              <a:t>https://github.com/casperdon/Bricks-Workshop</a:t>
            </a:r>
            <a:endParaRPr lang="en-BE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A6F9E-E7DF-400F-3F38-5A034A2BB8DA}"/>
              </a:ext>
            </a:extLst>
          </p:cNvPr>
          <p:cNvSpPr txBox="1"/>
          <p:nvPr/>
        </p:nvSpPr>
        <p:spPr>
          <a:xfrm>
            <a:off x="935259" y="1865376"/>
            <a:ext cx="51607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 our own customizable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the README.md, UserStories.md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Questions, we are here to help!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055762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Metadata/LabelInfo.xml><?xml version="1.0" encoding="utf-8"?>
<clbl:labelList xmlns:clbl="http://schemas.microsoft.com/office/2020/mipLabelMetadata">
  <clbl:label id="{d1302088-aa92-48c6-bbf3-927bf74cf8aa}" enabled="1" method="Standard" siteId="{42151053-0193-47aa-9e81-effd81f772c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0</TotalTime>
  <Words>141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Don’t Reinvent the Brick</vt:lpstr>
      <vt:lpstr>PowerPoint Presentation</vt:lpstr>
      <vt:lpstr>Reusable libraries ~ CBSS Person Brick</vt:lpstr>
      <vt:lpstr>Reusable libraries ~ CBSS Person Brick</vt:lpstr>
      <vt:lpstr>Reusable libraries ~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Boon</dc:creator>
  <cp:lastModifiedBy>Tom Boon</cp:lastModifiedBy>
  <cp:revision>11</cp:revision>
  <dcterms:created xsi:type="dcterms:W3CDTF">2026-03-09T14:24:11Z</dcterms:created>
  <dcterms:modified xsi:type="dcterms:W3CDTF">2026-03-18T10:23:20Z</dcterms:modified>
</cp:coreProperties>
</file>